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3" r:id="rId3"/>
    <p:sldId id="264" r:id="rId4"/>
    <p:sldId id="262" r:id="rId5"/>
    <p:sldId id="257" r:id="rId6"/>
    <p:sldId id="256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3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9584D-1A6D-1B6E-66F2-DCFFEDAC57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E6E2D-5B73-D2D1-453B-926B475F80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F3475-9780-76AC-B761-7DB3B2E15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90CF-E13B-4CCE-857C-F4A20E85AF8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C7429-8C40-0D8B-5E04-B860D5D5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D153E-7DB1-0138-8056-760E080A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ED10-E1D2-4904-8313-014513A5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37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8433A-FE9F-CB01-D7BA-D00982038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4AB3F-4660-382A-6436-448BB3273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C4999-8A18-5E08-F629-AAF06BCA6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90CF-E13B-4CCE-857C-F4A20E85AF8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6CB11-D6A3-2ADB-3E7E-A8357D2B6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4DA5C-210D-6626-1164-480214DD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ED10-E1D2-4904-8313-014513A5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16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DF2CE-91D6-7C5F-1905-5D18D3942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75162-E7E0-CD00-2142-6DE4BC53F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624D9-A7F3-E9B3-CBB3-239905E8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90CF-E13B-4CCE-857C-F4A20E85AF8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16583-E883-4F5C-C31B-7BFBFFA59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91EF2-2B86-3EFF-8552-714868CD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ED10-E1D2-4904-8313-014513A5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1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BC68B-F1B0-F1ED-5E58-8934E66DB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249C0-FEFF-8E66-269E-FA6D6521E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642FB-58A7-7E66-3066-BCC617C39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2EEEA-2E54-4759-35A0-26BE0C2B5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90CF-E13B-4CCE-857C-F4A20E85AF8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F0D36-48F8-37A6-718D-7A57D6CF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A518D-2359-E7AE-AABF-A11B5F265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ED10-E1D2-4904-8313-014513A5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4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9AEC2-BB20-8BE6-85F8-1E54FDED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F0917-000E-455A-E73B-8E5A74679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79FAB-AA77-3BC2-847E-27C20B0F8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32EA7-FF69-6150-1082-A42C404DD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C40B79-1E2D-9E7E-9002-3BB0BD417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ED88CC-58C9-9709-0A8C-88F67230D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90CF-E13B-4CCE-857C-F4A20E85AF8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6E245E-D98F-D4D2-7F2B-8DF9F893F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FAA3CF-A0AC-7D9C-743B-B8C867B96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ED10-E1D2-4904-8313-014513A5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5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7D41-C1B4-839E-05A2-1E6EDFAC8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664DC-3136-DF5C-0873-9A149B40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90CF-E13B-4CCE-857C-F4A20E85AF8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F6ADC-9359-75D0-F27B-4BBD47074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E5C71-490D-9365-B003-860D3906D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ED10-E1D2-4904-8313-014513A5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28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AF6CF3-3DFA-82FD-0402-C4822BA49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90CF-E13B-4CCE-857C-F4A20E85AF8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14E251-C804-9A7D-B25D-664299C2A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3A546-7C11-343A-07F8-18F62AF91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ED10-E1D2-4904-8313-014513A5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00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8D31-DC89-E185-9BDF-F3493E89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20CFB-7CF0-F129-14D7-3129811CB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28640-D63D-78E2-EB08-74553F857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DFB5C-BBBF-5258-DE0B-E223DF065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90CF-E13B-4CCE-857C-F4A20E85AF8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5BAE6-23A6-92AD-6320-63879D1B1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75227-6C12-B3C6-DFF0-F5C1FCAF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ED10-E1D2-4904-8313-014513A5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14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1ADDB-E60A-7600-81E9-D0BD2588F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EE9DD-65D0-EB32-1422-48ACB0EE3E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A533FD-69BE-72A8-93C1-1155E043F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0FC7B-62B6-DF5A-C83D-653D2BC08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90CF-E13B-4CCE-857C-F4A20E85AF8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10C45-CC7B-0239-1EAA-584D0818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17EF0-3B7C-AE5F-1E8D-10A75F8AC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ED10-E1D2-4904-8313-014513A5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3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9E87-302D-F21D-A1B0-330629422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50B0E-2F34-9D87-37AF-021ECB553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206C5-3076-31CD-23DD-0F1657C42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90CF-E13B-4CCE-857C-F4A20E85AF8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2CB5A-EE6F-7119-5A3D-FCDC7C295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82C6D-E51C-7999-F5B7-9C594AD2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ED10-E1D2-4904-8313-014513A5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5FADB-C3AA-0699-A50B-2C945EB14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5A45C-7A3A-191A-2211-13DFBDA97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31047-6C48-9F7F-65AC-4C8C0956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90CF-E13B-4CCE-857C-F4A20E85AF8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50800-7430-CEAE-F52B-66D0E8A8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4E425-46BF-FD8D-A262-FAE8B840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ED10-E1D2-4904-8313-014513A5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3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1B167-5A35-3396-83B6-10BAB4DA2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3C4BD-8A65-47E9-1137-6CE920A87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D592B-A9C4-8517-8504-5E5FE9DB2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290CF-E13B-4CCE-857C-F4A20E85AF8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6738F-2FA8-BE82-504A-E78C0F8054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0FA7D-B24A-F63F-B421-A9B805018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3ED10-E1D2-4904-8313-014513A5E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7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04E8EE-2F34-3354-DA41-E977940102C5}"/>
              </a:ext>
            </a:extLst>
          </p:cNvPr>
          <p:cNvSpPr txBox="1"/>
          <p:nvPr/>
        </p:nvSpPr>
        <p:spPr>
          <a:xfrm>
            <a:off x="594360" y="1828800"/>
            <a:ext cx="103967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Model predictions with the SYRE (site and year) random effect model version</a:t>
            </a:r>
          </a:p>
        </p:txBody>
      </p:sp>
    </p:spTree>
    <p:extLst>
      <p:ext uri="{BB962C8B-B14F-4D97-AF65-F5344CB8AC3E}">
        <p14:creationId xmlns:p14="http://schemas.microsoft.com/office/powerpoint/2010/main" val="743979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D5128-E7F4-02FC-F92E-C0BE9538F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2A210-451B-5988-13B2-68A9EBCD6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5E69FB-C239-6942-4A07-EF055CC4C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0"/>
            <a:ext cx="89153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96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A568-0BA2-3427-4AF8-4BEC1E7B8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6CCD15-5355-FAD5-CCF7-565CF58CD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764" y="427470"/>
            <a:ext cx="7977386" cy="638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74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6C5DF-4092-C669-A751-A472D16211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4B986-357A-E4B5-56EE-99C736E5FC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2B6A9-503F-0BCE-C5B6-0D2926357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02" y="581045"/>
            <a:ext cx="6321143" cy="54181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7F76F3-665D-B75C-FC7E-106E496DF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639" y="512756"/>
            <a:ext cx="5802586" cy="497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49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7B0A-823D-BFA9-505C-E51B4E98BE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DC2AF7-42AD-8F93-B92D-D2987FBE0A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484C98-C598-A750-0B07-4146F62DC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8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677497-1A23-8E39-A822-1D6AD5453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8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554BD7-87AC-CB7D-F348-B25A8FB3D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686" y="852055"/>
            <a:ext cx="9082665" cy="544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59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C25D84-971A-0E18-F2DC-AD9CC4808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685794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6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FF71-E29F-24AE-5779-0479218F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F6F123-A642-044F-D586-F243F5F54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19" y="681037"/>
            <a:ext cx="9686397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95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4F069-A039-9BBB-3DFB-87F7089E1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D0E246-23E3-1087-4103-2D56D1B5C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02" y="831273"/>
            <a:ext cx="9273165" cy="556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33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Flora Cordoleani</dc:creator>
  <cp:lastModifiedBy>Flora Cordoleani</cp:lastModifiedBy>
  <cp:revision>3</cp:revision>
  <dcterms:created xsi:type="dcterms:W3CDTF">2026-03-26T17:04:12Z</dcterms:created>
  <dcterms:modified xsi:type="dcterms:W3CDTF">2026-08-13T17:34:31Z</dcterms:modified>
</cp:coreProperties>
</file>